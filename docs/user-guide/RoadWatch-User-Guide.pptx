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b670871-a54d-e0e7-1f7e-9ae350ce4ab3}">
          <p14:sldIdLst>
            <p14:sldId id="256"/>
            <p14:sldId id="257"/>
            <p14:sldId id="258"/>
          </p14:sldIdLst>
        </p14:section>
        <p14:section name="Reporter (Android app)" id="{ff521c14-8ffa-a597-8254-2eef281bdc1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raffic Officer" id="{0bfcf660-68d4-7b27-07e4-7920c01f7531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dministrator (website)" id="{baf6f321-5313-e100-ce10-49c3a2b13785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For everyone" id="{1c9f9f76-2dbe-4278-b61f-f41f0877aea9}">
          <p14:sldIdLst>
            <p14:sldId id="282"/>
            <p14:sldId id="283"/>
            <p14:sldId id="284"/>
            <p14:sldId id="285"/>
          </p14:sldIdLst>
        </p14:section>
        <p14:section name="Closing" id="{52d03e2c-7c0b-808c-7980-51ae38e6343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guide shows how each of the three roles uses RoadWatch: the Reporter on the Android app, the Traffic Officer on the app or the website, and the Administrator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RoadWatch has three roles. Reporters register themselves in the app. Traffic Officers are created by an administrator. The first administrator is created by the team when the system is installed.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Android only: there is no iPhone app. The APK is signed for direct install, so Android asks to allow installs from the browser or file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Reporters use only the Android app. The website is for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new account made in the app is a Reporter. Officer and administrator accounts are made by an administrator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Officer accounts are created by an administrator, who gives the officer a temporary password. Change it after the first sign-in.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Administrators use only the website. The first administrator account is created by the team with the seed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audience. Mention the demo clips in each app and the promotional video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RoadWatch User Guide  ·  v1.1.0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RoadWatch User Guide  ·  v1.1.0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RoadWatch User Guide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Report road accidents from your phone, and verify, assign and close them as staff.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Version 1.1.0  ·  November 2026</a:t>
            </a:r>
            <a:endParaRPr lang="en-US" sz="1800" dirty="0"/>
          </a:p>
        </p:txBody>
      </p:sp>
      <p:pic>
        <p:nvPicPr>
          <p:cNvPr id="4" name="Emblem" descr="RoadWatch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28800"/>
            <a:ext cx="2651760" cy="2651760"/>
          </a:xfrm>
          <a:prstGeom prst="rect">
            <a:avLst/>
          </a:prstGeom>
        </p:spPr>
      </p:pic>
      <p:sp>
        <p:nvSpPr>
          <p:cNvPr id="5" name="Team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Lenon Adriano  ·  Pauline Lapuz  ·  Carl Ernest Santos  ·  Princess Lorellyn Isip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system, three roles</a:t>
            </a:r>
            <a:endParaRPr lang="en-US" sz="3000" dirty="0"/>
          </a:p>
        </p:txBody>
      </p:sp>
      <p:sp>
        <p:nvSpPr>
          <p:cNvPr id="3" name="Reporter card"/>
          <p:cNvSpPr/>
          <p:nvPr/>
        </p:nvSpPr>
        <p:spPr>
          <a:xfrm>
            <a:off x="457200" y="1371600"/>
            <a:ext cx="3566160" cy="42062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Reporter icon circle"/>
          <p:cNvSpPr/>
          <p:nvPr/>
        </p:nvSpPr>
        <p:spPr>
          <a:xfrm>
            <a:off x="777240" y="169164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Reporter icon" descr="Report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466344" cy="4663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Reporter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200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Android app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Anyone who sees a road accident. Registers, sends a report with the place and photos, and follows its status.</a:t>
            </a:r>
            <a:endParaRPr lang="en-US" sz="1500" dirty="0"/>
          </a:p>
        </p:txBody>
      </p:sp>
      <p:sp>
        <p:nvSpPr>
          <p:cNvPr id="9" name="Traffic Officer card"/>
          <p:cNvSpPr/>
          <p:nvPr/>
        </p:nvSpPr>
        <p:spPr>
          <a:xfrm>
            <a:off x="4297680" y="1371600"/>
            <a:ext cx="3566160" cy="42062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raffic Officer icon circle"/>
          <p:cNvSpPr/>
          <p:nvPr/>
        </p:nvSpPr>
        <p:spPr>
          <a:xfrm>
            <a:off x="4617720" y="169164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Traffic Officer icon" descr="Traffic Offic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892808"/>
            <a:ext cx="466344" cy="4663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Traffic Officer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200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Android app or website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Created by an administrator. Works on the reports assigned to them: In Progress, remarks, Resolved/Closed.</a:t>
            </a:r>
            <a:endParaRPr lang="en-US" sz="1500" dirty="0"/>
          </a:p>
        </p:txBody>
      </p:sp>
      <p:sp>
        <p:nvSpPr>
          <p:cNvPr id="15" name="Administrator card"/>
          <p:cNvSpPr/>
          <p:nvPr/>
        </p:nvSpPr>
        <p:spPr>
          <a:xfrm>
            <a:off x="8138160" y="1371600"/>
            <a:ext cx="3566160" cy="42062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Administrator icon circle"/>
          <p:cNvSpPr/>
          <p:nvPr/>
        </p:nvSpPr>
        <p:spPr>
          <a:xfrm>
            <a:off x="8458200" y="169164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Administrator icon" descr="Administrato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1892808"/>
            <a:ext cx="466344" cy="4663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5820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Administrator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200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Website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Reviews and verifies reports, assigns officers, manages accounts and exports summaries.</a:t>
            </a:r>
            <a:endParaRPr lang="en-US" sz="1500" dirty="0"/>
          </a:p>
        </p:txBody>
      </p:sp>
      <p:sp>
        <p:nvSpPr>
          <p:cNvPr id="21" name="Workflow line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report travels: Reporter sends it  →  Administrator verifies and assigns  →  Officer works the case  →  Reporter sees each status and gets an email.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Getting started</a:t>
            </a:r>
            <a:endParaRPr lang="en-US" sz="3000" dirty="0"/>
          </a:p>
        </p:txBody>
      </p:sp>
      <p:sp>
        <p:nvSpPr>
          <p:cNvPr id="3" name="Get the Android app icon circle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Get the Android app icon" descr="Get the Android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8016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Get the Android app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Open the RoadWatch website and press "Get the Android app", or go to github.com/l3n8n-ocd/roadwatch/releases/latest. Open roadwatch.apk and allow installs from this source when Android asks.</a:t>
            </a:r>
            <a:endParaRPr lang="en-US" sz="2000" dirty="0"/>
          </a:p>
        </p:txBody>
      </p:sp>
      <p:sp>
        <p:nvSpPr>
          <p:cNvPr id="6" name="Open the website icon circle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Open the website icon" descr="Open the websit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88036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the website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roadwatch-theta.vercel.app in any up-to-date browser (Chrome, Edge, Firefox, Safari). Staff sign in from "Staff sign-in" in the footer.</a:t>
            </a:r>
            <a:endParaRPr lang="en-US" sz="2000" dirty="0"/>
          </a:p>
        </p:txBody>
      </p:sp>
      <p:sp>
        <p:nvSpPr>
          <p:cNvPr id="9" name="First request of the day icon circle"/>
          <p:cNvSpPr/>
          <p:nvPr/>
        </p:nvSpPr>
        <p:spPr>
          <a:xfrm>
            <a:off x="548640" y="45262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First request of the day icon" descr="First request of the da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448056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First request of the day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server sleeps when nobody uses it. The first sign-in can take up to a minute; the app shows "the server may be waking up". Wait and try again.</a:t>
            </a:r>
            <a:endParaRPr lang="en-US" sz="2000" dirty="0"/>
          </a:p>
        </p:txBody>
      </p:sp>
      <p:sp>
        <p:nvSpPr>
          <p:cNvPr id="12" name="Screen frame"/>
          <p:cNvSpPr/>
          <p:nvPr/>
        </p:nvSpPr>
        <p:spPr>
          <a:xfrm>
            <a:off x="6931152" y="1307592"/>
            <a:ext cx="4791456" cy="3417824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13" name="Screen: web/w0-landing-1440.png" descr="RoadWatch public landing page with Get the Android ap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325880"/>
            <a:ext cx="4754880" cy="33812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4846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public website: road updates, hotlines, safety tips, the app download and the promotional video.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Reporter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Register, report an accident with its place and photos, and follow every status update in the Android app.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Create your account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register-default.png" descr="Register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0-register-validation.png" descr="Register screen with field err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RoadWatch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an account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192024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full name, email and (optional) phone number.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7614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743200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a password. The meter under the field must reach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Strong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8 or more characters with lowercase, uppercase, a number and a symbol, and not your name or email.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1330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11480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account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You are signed in as a Reporter right away (no email check).</a:t>
            </a:r>
            <a:endParaRPr lang="en-US" sz="1500" dirty="0"/>
          </a:p>
        </p:txBody>
      </p:sp>
      <p:sp>
        <p:nvSpPr>
          <p:cNvPr id="19" name="Step 5 marker"/>
          <p:cNvSpPr/>
          <p:nvPr/>
        </p:nvSpPr>
        <p:spPr>
          <a:xfrm>
            <a:off x="6172200" y="49560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5 number"/>
          <p:cNvSpPr txBox="1"/>
          <p:nvPr/>
        </p:nvSpPr>
        <p:spPr>
          <a:xfrm>
            <a:off x="617220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Step 5 text"/>
          <p:cNvSpPr txBox="1"/>
          <p:nvPr/>
        </p:nvSpPr>
        <p:spPr>
          <a:xfrm>
            <a:off x="6720840" y="493776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appear under each field in red text with an icon; fix them and tap again.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Log in, or reset a forgotten password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login-default.png" descr="Log 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0-forgot-password-code.png" descr="Forgot password: code and new pass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email and password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Log 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The eye button shows or hides the password.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Forgot it?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Forgot password?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enter your email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Send code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your email for an 8-character code (valid 15 minutes, works once).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37764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Type the code and a new Strong password, then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Change password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Log in with the new one.</a:t>
            </a:r>
            <a:endParaRPr lang="en-US" sz="1500" dirty="0"/>
          </a:p>
        </p:txBody>
      </p:sp>
      <p:sp>
        <p:nvSpPr>
          <p:cNvPr id="19" name="Step 5 marker"/>
          <p:cNvSpPr/>
          <p:nvPr/>
        </p:nvSpPr>
        <p:spPr>
          <a:xfrm>
            <a:off x="617220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5 number"/>
          <p:cNvSpPr txBox="1"/>
          <p:nvPr/>
        </p:nvSpPr>
        <p:spPr>
          <a:xfrm>
            <a:off x="61722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Step 5 text"/>
          <p:cNvSpPr txBox="1"/>
          <p:nvPr/>
        </p:nvSpPr>
        <p:spPr>
          <a:xfrm>
            <a:off x="6720840" y="45994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"Account deactivated" means an administrator turned the account off; contact support.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details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1-home-default.png" descr="Home screen with Report an Acc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2-details-default.png" descr="Step 1 of 3: accident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Home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tap the large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 an Accident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button.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1 of 3, Details: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date and time, accident type, vehicles involved and injuries (choose Unknown if you are not sure).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Describe what happened in a few sentences: what you saw, the lane or direction, hazards on the road.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3251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Missing required fields are named under each field.</a:t>
            </a:r>
            <a:endParaRPr lang="en-US" sz="1500" dirty="0"/>
          </a:p>
        </p:txBody>
      </p:sp>
      <p:sp>
        <p:nvSpPr>
          <p:cNvPr id="19" name="Note card"/>
          <p:cNvSpPr/>
          <p:nvPr/>
        </p:nvSpPr>
        <p:spPr>
          <a:xfrm>
            <a:off x="6172200" y="48920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0" name="Note text"/>
          <p:cNvSpPr txBox="1"/>
          <p:nvPr/>
        </p:nvSpPr>
        <p:spPr>
          <a:xfrm>
            <a:off x="6355080" y="5001768"/>
            <a:ext cx="5120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 an emergency, call first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RoadWatch is not an emergency line. Call 911 (or the PNP and BFP hotlines in Settings) before you report.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location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3-location-pin-placed.png" descr="Step 2 of 3: location with the pin pla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3-location-full-screen-map.png" descr="Full-screen map to move the 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2 of 3, Location: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my location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allow location access. The pin drops on your GPS position.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 there any more? Drag the map or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Expand map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move the pin to the exact place, then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this location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5021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address line (looked up from the map) and edit it if needed, for example a landmark.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32511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Location off? The app explains how to turn it on, or you can type the place and set the pin by hand.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photos and send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4-photos-default.png" descr="Step 3 of 3: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5-confirmation-default.png" descr="Report sent, with the report num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3 of 3, Photos (optional):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take a photo or pick one from the gallery. JPG or PNG, up to the size shown on screen.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Remove a photo with its X. Keep faces and plate numbers out of the picture where you can.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Submit report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Keep the app open until it finishes uploading.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confirmation shows your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 number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(for example RW-000128). You also get a "report received" email.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Track your reports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6-my-reports-default.png" descr="My reports list with status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6-tracking-under-review.png" descr="Report tracking with status 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 reports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in the bottom bar. Each report shows its number, place and a status chip with the status name.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Filter by status, or tap a report to see its details, photos, map and the full status history.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read the officer's remarks; the details screen says what is needed.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3251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status change also arrives in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by email.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each status means</a:t>
            </a:r>
            <a:endParaRPr lang="en-US" sz="3000" dirty="0"/>
          </a:p>
        </p:txBody>
      </p:sp>
      <p:graphicFrame>
        <p:nvGraphicFramePr>
          <p:cNvPr id="12" name="Statu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means for you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Submitted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Received; waiting for an administrator.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Under Review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An administrator is checking it.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Additional Information Required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Staff need more details; see the remarks.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Verified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Confirmed as an official accident record.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Assigned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 traffic officer is responsible for it.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The officer is responding or investigating.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Resolved/Closed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The case is finished.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Rejected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Not accepted (for example a duplicate); the reason is shown.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 card"/>
          <p:cNvSpPr/>
          <p:nvPr/>
        </p:nvSpPr>
        <p:spPr>
          <a:xfrm>
            <a:off x="7863840" y="1234440"/>
            <a:ext cx="3840480" cy="2103120"/>
          </a:xfrm>
          <a:prstGeom prst="roundRect">
            <a:avLst>
              <a:gd name="adj" fmla="val 5217"/>
            </a:avLst>
          </a:prstGeom>
          <a:solidFill>
            <a:srgbClr val="E3E9F2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5" name="Note text"/>
          <p:cNvSpPr txBox="1"/>
          <p:nvPr/>
        </p:nvSpPr>
        <p:spPr>
          <a:xfrm>
            <a:off x="8046720" y="1344168"/>
            <a:ext cx="34747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report or official record?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report stays a public submission until an administrator verifies it. Verified reports carry the "Verified record" badge.</a:t>
            </a:r>
            <a:endParaRPr lang="en-US" sz="1400" dirty="0"/>
          </a:p>
        </p:txBody>
      </p:sp>
      <p:sp>
        <p:nvSpPr>
          <p:cNvPr id="6" name="Note card"/>
          <p:cNvSpPr/>
          <p:nvPr/>
        </p:nvSpPr>
        <p:spPr>
          <a:xfrm>
            <a:off x="7863840" y="3611880"/>
            <a:ext cx="3840480" cy="18288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Note text"/>
          <p:cNvSpPr txBox="1"/>
          <p:nvPr/>
        </p:nvSpPr>
        <p:spPr>
          <a:xfrm>
            <a:off x="8046720" y="372160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Who sets each status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Administrators: Under Review, Additional Information Required, Verified, Assigned, Rejected. Officers: In Progress, Additional Information Required, Resolved/Closed.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Notifications and Settings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notifications-default.png" descr="Notifications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settings-main-light.png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lists submission and status updates; tap one to open the report.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Edit profile, Change password, Appearance (Light, Dark or System), emergency hotlines and How to report.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 video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plays a 30-second clip for your role; captions are on.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About RoadWatch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shows the version (1.1.0), the team and privacy notes.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Log out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asks you to confirm.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Traffic Officer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Work the reports assigned to you on the Android app or on the website: update the status, add official remarks and close the case.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Sign in on the app or the website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login-default.png" descr="App log 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3410712" y="1216152"/>
            <a:ext cx="4242816" cy="3027680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1-staff-choose-role-1440.png" descr="Website staff sign-in: choose your r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4206240" cy="2991104"/>
          </a:xfrm>
          <a:prstGeom prst="rect">
            <a:avLst/>
          </a:prstGeom>
        </p:spPr>
      </p:pic>
      <p:sp>
        <p:nvSpPr>
          <p:cNvPr id="7" name="Screen frame"/>
          <p:cNvSpPr/>
          <p:nvPr/>
        </p:nvSpPr>
        <p:spPr>
          <a:xfrm>
            <a:off x="3410712" y="4462272"/>
            <a:ext cx="2414016" cy="1727200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8" name="Screen: web/w1-login-officer-1440.png" descr="Website Traffic Officer sign-in 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480560"/>
            <a:ext cx="2377440" cy="16906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89320" y="452628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Website: choose the role (top), then the Traffic Officer form (left).</a:t>
            </a:r>
            <a:endParaRPr lang="en-US" sz="1400" dirty="0"/>
          </a:p>
        </p:txBody>
      </p:sp>
      <p:sp>
        <p:nvSpPr>
          <p:cNvPr id="10" name="Step 1 marker"/>
          <p:cNvSpPr/>
          <p:nvPr/>
        </p:nvSpPr>
        <p:spPr>
          <a:xfrm>
            <a:off x="809244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1 number"/>
          <p:cNvSpPr txBox="1"/>
          <p:nvPr/>
        </p:nvSpPr>
        <p:spPr>
          <a:xfrm>
            <a:off x="80924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Step 1 text"/>
          <p:cNvSpPr txBox="1"/>
          <p:nvPr/>
        </p:nvSpPr>
        <p:spPr>
          <a:xfrm>
            <a:off x="8641080" y="1307592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 in with the email and password the administrator gave you.</a:t>
            </a:r>
            <a:endParaRPr lang="en-US" sz="1400" dirty="0"/>
          </a:p>
        </p:txBody>
      </p:sp>
      <p:sp>
        <p:nvSpPr>
          <p:cNvPr id="13" name="Step 2 marker"/>
          <p:cNvSpPr/>
          <p:nvPr/>
        </p:nvSpPr>
        <p:spPr>
          <a:xfrm>
            <a:off x="809244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2 number"/>
          <p:cNvSpPr txBox="1"/>
          <p:nvPr/>
        </p:nvSpPr>
        <p:spPr>
          <a:xfrm>
            <a:off x="80924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Step 2 text"/>
          <p:cNvSpPr txBox="1"/>
          <p:nvPr/>
        </p:nvSpPr>
        <p:spPr>
          <a:xfrm>
            <a:off x="8641080" y="2404872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Website: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Staff sign-in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Traffic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email and password.</a:t>
            </a:r>
            <a:endParaRPr lang="en-US" sz="1400" dirty="0"/>
          </a:p>
        </p:txBody>
      </p:sp>
      <p:sp>
        <p:nvSpPr>
          <p:cNvPr id="16" name="Step 3 marker"/>
          <p:cNvSpPr/>
          <p:nvPr/>
        </p:nvSpPr>
        <p:spPr>
          <a:xfrm>
            <a:off x="809244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3 number"/>
          <p:cNvSpPr txBox="1"/>
          <p:nvPr/>
        </p:nvSpPr>
        <p:spPr>
          <a:xfrm>
            <a:off x="80924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Step 3 text"/>
          <p:cNvSpPr txBox="1"/>
          <p:nvPr/>
        </p:nvSpPr>
        <p:spPr>
          <a:xfrm>
            <a:off x="8641080" y="3227832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Picked Administrator by mistake? The form says "This is a Traffic Officer account"; go back and choose again.</a:t>
            </a:r>
            <a:endParaRPr lang="en-US" sz="1400" dirty="0"/>
          </a:p>
        </p:txBody>
      </p:sp>
      <p:sp>
        <p:nvSpPr>
          <p:cNvPr id="19" name="Step 4 marker"/>
          <p:cNvSpPr/>
          <p:nvPr/>
        </p:nvSpPr>
        <p:spPr>
          <a:xfrm>
            <a:off x="809244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4 number"/>
          <p:cNvSpPr txBox="1"/>
          <p:nvPr/>
        </p:nvSpPr>
        <p:spPr>
          <a:xfrm>
            <a:off x="809244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tep 4 text"/>
          <p:cNvSpPr txBox="1"/>
          <p:nvPr/>
        </p:nvSpPr>
        <p:spPr>
          <a:xfrm>
            <a:off x="8641080" y="4599432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 change the temporary password: Settings (app) or the user menu (web)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Change password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Your assigned reports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o1-assigned-default.png" descr="App: Assigned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3410712" y="1216152"/>
            <a:ext cx="4608576" cy="3287776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5-officer-queue-1440.png" descr="Website: Assigned to 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4572000" cy="32512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841248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84124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961120" y="1307592"/>
            <a:ext cx="2743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(app) and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 to 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(web) list only the reports assigned to you, newest first.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8412480" y="2697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84124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961120" y="2679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Filter by status to see what still needs work.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841248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84124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961120" y="350215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Tap or click a report to open it.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2900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Both lists show the same reports: use whichever is at hand.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details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o2-report-details.png" descr="App: report details,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2-report-details.png" descr="App: report details, further 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See the place on the map;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Open in Maps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starts navigation in your maps app,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Expand map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shows it full screen.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Reporter contact: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Call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to phone the reporter. Use it only for this case.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the details and open the photos full screen (swipe, zoom).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history shows every status change with the staff member who made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Update the status and add remarks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o3-update-status.png" descr="App: Update status 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4-update-saved.png" descr="App: status sa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Update status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(web: the status panel on the report).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 Progress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or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Resolved/Closed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the official remarks: what you found and the action taken.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37764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Save. The reporter is notified in the app and by email. Rejected reports are read-only.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 the website: the notification bell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5-notifications-open-1440.png" descr="Website: notification bell panel with assignment ale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bell in the top bar shows how many alerts are unread.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it to see new assignments; select one to open that report.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9535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Mark all as read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clears the count.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3566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 or a click outside closes the panel.</a:t>
            </a:r>
            <a:endParaRPr lang="en-US" sz="1400" dirty="0"/>
          </a:p>
        </p:txBody>
      </p:sp>
      <p:sp>
        <p:nvSpPr>
          <p:cNvPr id="17" name="Note card"/>
          <p:cNvSpPr/>
          <p:nvPr/>
        </p:nvSpPr>
        <p:spPr>
          <a:xfrm>
            <a:off x="7680960" y="4526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Note text"/>
          <p:cNvSpPr txBox="1"/>
          <p:nvPr/>
        </p:nvSpPr>
        <p:spPr>
          <a:xfrm>
            <a:off x="7863840" y="463600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Also on the website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Demo video, Action log (your own actions) and About, from the side bar and the user menu.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Administrator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Review and verify reports, assign officers, manage accounts and export summaries on the website.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Sign in and the dashboard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2-dashboard-1440.png" descr="Administrator dashboard with summary cards and 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Website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Staff sign-in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Administrator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email and password.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dashboard shows totals (all, pending, verified, closed), the trend and accident types.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3227832"/>
            <a:ext cx="3474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hot-spot map shows where reports cluster;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Expand map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for full screen. Each chart has a data table for screen readers.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459943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Recent reports link straight to their details.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Find reports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3-reports-1440.png" descr="Reports list with search and filt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in the side bar.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1920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 by report number (RW-000128), place or words in the description.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7614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7432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Filter by date range, status, accident type and location.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a row to open the report.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Review and verify a report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4-report-under-review-1440.png" descr="Report details, Under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7662672" y="4736592"/>
            <a:ext cx="3054096" cy="1557909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4-confirm-verified-dialog.png" descr="Confirm Verified dia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754880"/>
            <a:ext cx="3017520" cy="1521333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the details, photos (full screen) and the map.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13055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Under Review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while you check, 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with remarks.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322783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turns it into an official record (badge "Verified record").</a:t>
            </a:r>
            <a:endParaRPr lang="en-US" sz="1400" dirty="0"/>
          </a:p>
        </p:txBody>
      </p:sp>
      <p:sp>
        <p:nvSpPr>
          <p:cNvPr id="16" name="Step 4 marker"/>
          <p:cNvSpPr/>
          <p:nvPr/>
        </p:nvSpPr>
        <p:spPr>
          <a:xfrm>
            <a:off x="768096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76809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8229600" y="40507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Reject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needs a reason, which the reporter sees.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Assign a traffic officer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4-report-assigned-1440.png" descr="Report details with an assigned off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Verified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report can be assigned.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choose an active Traffic Officer and save.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95351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status becomes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 the officer gets an alert and the reporter an update.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40507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status history and the Action log record who did what and when.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 users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6-users-1440.png" descr="Users and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Create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: name, email and a Strong temporary password; give it to the officer privately.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4048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Change role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to give an account a different role.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3227832"/>
            <a:ext cx="3474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Deactivate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blocks sign-in but keeps every report and log;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Reactivate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undoes it. You cannot deactivate yourself.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459943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Reset password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sets a new temporary password; the person is emailed (without the password).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Summaries and exports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7-summaries-1440.png" descr="Summaries page with period and 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Summaries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1920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the period: daily, weekly, monthly or annual, and the date.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7614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7432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totals by status and accident type.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356616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PDF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for printing 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CSV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for a spreadsheet; the file downloads.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Action log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8-action-log-all-staff-1440.png" descr="Action log, All staff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menu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Action log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192024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My actions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lists your own;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All staff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(administrators only) lists every staff action.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303580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301752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it to check who verified, assigned, changed a role or deactivated an account.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Good to know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Your account, the public website, and what to do when something goes wrong.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Your account on the website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2-dashboard-user-menu-1440.png" descr="User menu open on the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7662672" y="3685032"/>
            <a:ext cx="2048256" cy="245059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2-change-password-dialog.png" descr="Change password dia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703320"/>
            <a:ext cx="2011680" cy="2414016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your name for the user menu: Edit profile, Change password, Action log, Contact support, About.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4048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sun and moon switch sets Light or Dark.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32278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 out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asks you to confirm.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9921240" y="37490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New passwords must reach Strong on the meter.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When something goes wrong</a:t>
            </a:r>
            <a:endParaRPr lang="en-US" sz="3000" dirty="0"/>
          </a:p>
        </p:txBody>
      </p:sp>
      <p:graphicFrame>
        <p:nvGraphicFramePr>
          <p:cNvPr id="30" name="Troubleshoot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92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If you see…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Do this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The app says the server may be waking up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Wait up to a minute and try again (the free server sleeps when idle).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"This account uses the mobile app" on the website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It is a Reporter account: use the Android app.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"This is an Administrator / Traffic Officer account"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Go back with "Choose a different role" and pick the right one.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"Account deactivated"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An administrator turned the account off; contact support.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Forgot the password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Use "Forgot password?"; the code is in your email for 15 minutes.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The password will not save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Make it Strong: mix lowercase, uppercase, a number and a symbol.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No location or the pin is wrong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Allow location access, or move the pin on the full-screen map.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A photo is refused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Use a JPG or PNG within the size limit shown, or take a new one.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Privacy, safety and accessibility</a:t>
            </a:r>
            <a:endParaRPr lang="en-US" sz="3000" dirty="0"/>
          </a:p>
        </p:txBody>
      </p:sp>
      <p:sp>
        <p:nvSpPr>
          <p:cNvPr id="3" name="Your data icon circle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Your data icon" descr="Your data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80160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Your data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Passwords are stored hashed. Reporter contact details are shown only to administrators and the assigned officer.</a:t>
            </a:r>
            <a:endParaRPr lang="en-US" sz="2000" dirty="0"/>
          </a:p>
        </p:txBody>
      </p:sp>
      <p:sp>
        <p:nvSpPr>
          <p:cNvPr id="6" name="Safety first icon circle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afety first icon" descr="Safety firs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880360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Safety first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Report only when it is safe: pull over, never while driving. Call 911 for emergencies.</a:t>
            </a:r>
            <a:endParaRPr lang="en-US" sz="2000" dirty="0"/>
          </a:p>
        </p:txBody>
      </p:sp>
      <p:sp>
        <p:nvSpPr>
          <p:cNvPr id="9" name="Accessible icon circle"/>
          <p:cNvSpPr/>
          <p:nvPr/>
        </p:nvSpPr>
        <p:spPr>
          <a:xfrm>
            <a:off x="548640" y="45262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Accessible icon" descr="Accessib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4480560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Accessible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Built for WCAG 2.1 AA: labels on every field, keyboard use on the web, text on every status, captions on videos, Light and Dark.</a:t>
            </a:r>
            <a:endParaRPr lang="en-US" sz="2000" dirty="0"/>
          </a:p>
        </p:txBody>
      </p:sp>
      <p:sp>
        <p:nvSpPr>
          <p:cNvPr id="12" name="Phone frame"/>
          <p:cNvSpPr/>
          <p:nvPr/>
        </p:nvSpPr>
        <p:spPr>
          <a:xfrm>
            <a:off x="843991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3" name="Screen: mobile/settings-emergency-hotlines.png" descr="Settings: emergency hot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188720"/>
            <a:ext cx="2286000" cy="5080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Need help?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support@roadwatch-ph.me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Website: roadwatch-theta.vercel.app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Android app: github.com/l3n8n-ocd/roadwatch/releases/latest</a:t>
            </a:r>
            <a:endParaRPr lang="en-US" sz="1800" dirty="0"/>
          </a:p>
        </p:txBody>
      </p:sp>
      <p:pic>
        <p:nvPicPr>
          <p:cNvPr id="4" name="Emblem" descr="RoadWatch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2880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oadWatch">
  <a:themeElements>
    <a:clrScheme name="RoadWatch">
      <a:dk1>
        <a:srgbClr val="0B2545"/>
      </a:dk1>
      <a:lt1>
        <a:srgbClr val="FFFFFF"/>
      </a:lt1>
      <a:dk2>
        <a:srgbClr val="4A5B73"/>
      </a:dk2>
      <a:lt2>
        <a:srgbClr val="F4F6F9"/>
      </a:lt2>
      <a:accent1>
        <a:srgbClr val="0B2545"/>
      </a:accent1>
      <a:accent2>
        <a:srgbClr val="F2A900"/>
      </a:accent2>
      <a:accent3>
        <a:srgbClr val="2F6296"/>
      </a:accent3>
      <a:accent4>
        <a:srgbClr val="1F6F4A"/>
      </a:accent4>
      <a:accent5>
        <a:srgbClr val="B42B2B"/>
      </a:accent5>
      <a:accent6>
        <a:srgbClr val="E3E9F2"/>
      </a:accent6>
      <a:hlink>
        <a:srgbClr val="2F6296"/>
      </a:hlink>
      <a:folHlink>
        <a:srgbClr val="2F6296"/>
      </a:folHlink>
    </a:clrScheme>
    <a:fontScheme name="RoadWat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RoadWatch User Guide</dc:title>
  <dc:subject>How to use RoadWatch v1.1.0: Reporter app, Traffic Officer app and web portal, Administrator website</dc:subject>
  <dc:creator>RoadWatch team</dc:creator>
  <cp:lastModifiedBy>RoadWatch team</cp:lastModifiedBy>
  <cp:revision>1</cp:revision>
  <dcterms:created xsi:type="dcterms:W3CDTF">2026-10-27T12:16:39Z</dcterms:created>
  <dcterms:modified xsi:type="dcterms:W3CDTF">2026-10-27T12:16:39Z</dcterms:modified>
</cp:coreProperties>
</file>